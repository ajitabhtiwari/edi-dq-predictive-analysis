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7" r:id="rId2"/>
    <p:sldMasterId id="2147483690" r:id="rId3"/>
    <p:sldMasterId id="2147483704" r:id="rId4"/>
  </p:sldMasterIdLst>
  <p:notesMasterIdLst>
    <p:notesMasterId r:id="rId14"/>
  </p:notesMasterIdLst>
  <p:handoutMasterIdLst>
    <p:handoutMasterId r:id="rId15"/>
  </p:handoutMasterIdLst>
  <p:sldIdLst>
    <p:sldId id="353" r:id="rId5"/>
    <p:sldId id="257" r:id="rId6"/>
    <p:sldId id="354" r:id="rId7"/>
    <p:sldId id="356" r:id="rId8"/>
    <p:sldId id="355" r:id="rId9"/>
    <p:sldId id="357" r:id="rId10"/>
    <p:sldId id="358" r:id="rId11"/>
    <p:sldId id="359" r:id="rId12"/>
    <p:sldId id="27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0ADEFC-1F2F-45B7-AF69-892F5DB3AEA5}" v="17" dt="2026-01-02T06:45:55.9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wari, Ajitabh" userId="f780d442-9751-4153-ad46-6fdd29046394" providerId="ADAL" clId="{D44D5104-13D3-40CD-A4D9-D128F8FC2B12}"/>
    <pc:docChg chg="undo custSel modSld">
      <pc:chgData name="Tiwari, Ajitabh" userId="f780d442-9751-4153-ad46-6fdd29046394" providerId="ADAL" clId="{D44D5104-13D3-40CD-A4D9-D128F8FC2B12}" dt="2026-01-02T06:49:07.432" v="453" actId="113"/>
      <pc:docMkLst>
        <pc:docMk/>
      </pc:docMkLst>
      <pc:sldChg chg="modSp mod">
        <pc:chgData name="Tiwari, Ajitabh" userId="f780d442-9751-4153-ad46-6fdd29046394" providerId="ADAL" clId="{D44D5104-13D3-40CD-A4D9-D128F8FC2B12}" dt="2025-12-30T06:34:53.086" v="32" actId="1076"/>
        <pc:sldMkLst>
          <pc:docMk/>
          <pc:sldMk cId="4270078525" sldId="257"/>
        </pc:sldMkLst>
        <pc:spChg chg="mod">
          <ac:chgData name="Tiwari, Ajitabh" userId="f780d442-9751-4153-ad46-6fdd29046394" providerId="ADAL" clId="{D44D5104-13D3-40CD-A4D9-D128F8FC2B12}" dt="2025-12-30T06:29:31.875" v="10" actId="27636"/>
          <ac:spMkLst>
            <pc:docMk/>
            <pc:sldMk cId="4270078525" sldId="257"/>
            <ac:spMk id="3" creationId="{DC1A4287-7A7F-5E35-ECC3-8D1444816882}"/>
          </ac:spMkLst>
        </pc:spChg>
        <pc:spChg chg="mod">
          <ac:chgData name="Tiwari, Ajitabh" userId="f780d442-9751-4153-ad46-6fdd29046394" providerId="ADAL" clId="{D44D5104-13D3-40CD-A4D9-D128F8FC2B12}" dt="2025-12-30T06:34:45.573" v="30" actId="1076"/>
          <ac:spMkLst>
            <pc:docMk/>
            <pc:sldMk cId="4270078525" sldId="257"/>
            <ac:spMk id="7" creationId="{210333B8-E902-B11E-AC4A-7EAFAD6F07C0}"/>
          </ac:spMkLst>
        </pc:spChg>
        <pc:spChg chg="mod">
          <ac:chgData name="Tiwari, Ajitabh" userId="f780d442-9751-4153-ad46-6fdd29046394" providerId="ADAL" clId="{D44D5104-13D3-40CD-A4D9-D128F8FC2B12}" dt="2025-12-30T06:34:53.086" v="32" actId="1076"/>
          <ac:spMkLst>
            <pc:docMk/>
            <pc:sldMk cId="4270078525" sldId="257"/>
            <ac:spMk id="13" creationId="{4F3298BE-2A0E-A95D-CD70-EAFB19074523}"/>
          </ac:spMkLst>
        </pc:spChg>
      </pc:sldChg>
      <pc:sldChg chg="modSp mod">
        <pc:chgData name="Tiwari, Ajitabh" userId="f780d442-9751-4153-ad46-6fdd29046394" providerId="ADAL" clId="{D44D5104-13D3-40CD-A4D9-D128F8FC2B12}" dt="2025-12-30T06:37:43.304" v="52" actId="1076"/>
        <pc:sldMkLst>
          <pc:docMk/>
          <pc:sldMk cId="2750387166" sldId="272"/>
        </pc:sldMkLst>
        <pc:spChg chg="mod">
          <ac:chgData name="Tiwari, Ajitabh" userId="f780d442-9751-4153-ad46-6fdd29046394" providerId="ADAL" clId="{D44D5104-13D3-40CD-A4D9-D128F8FC2B12}" dt="2025-12-30T06:30:54.300" v="26" actId="2711"/>
          <ac:spMkLst>
            <pc:docMk/>
            <pc:sldMk cId="2750387166" sldId="272"/>
            <ac:spMk id="5" creationId="{33B95567-82B6-13BE-29A6-CF59A070A28B}"/>
          </ac:spMkLst>
        </pc:spChg>
        <pc:spChg chg="mod">
          <ac:chgData name="Tiwari, Ajitabh" userId="f780d442-9751-4153-ad46-6fdd29046394" providerId="ADAL" clId="{D44D5104-13D3-40CD-A4D9-D128F8FC2B12}" dt="2025-12-30T06:37:43.304" v="52" actId="1076"/>
          <ac:spMkLst>
            <pc:docMk/>
            <pc:sldMk cId="2750387166" sldId="272"/>
            <ac:spMk id="7" creationId="{059051CA-4333-D188-2768-E9E90A6CF21B}"/>
          </ac:spMkLst>
        </pc:spChg>
      </pc:sldChg>
      <pc:sldChg chg="modSp mod">
        <pc:chgData name="Tiwari, Ajitabh" userId="f780d442-9751-4153-ad46-6fdd29046394" providerId="ADAL" clId="{D44D5104-13D3-40CD-A4D9-D128F8FC2B12}" dt="2025-12-30T06:32:01.906" v="28" actId="113"/>
        <pc:sldMkLst>
          <pc:docMk/>
          <pc:sldMk cId="0" sldId="353"/>
        </pc:sldMkLst>
        <pc:spChg chg="mod">
          <ac:chgData name="Tiwari, Ajitabh" userId="f780d442-9751-4153-ad46-6fdd29046394" providerId="ADAL" clId="{D44D5104-13D3-40CD-A4D9-D128F8FC2B12}" dt="2025-12-30T06:32:01.906" v="28" actId="113"/>
          <ac:spMkLst>
            <pc:docMk/>
            <pc:sldMk cId="0" sldId="353"/>
            <ac:spMk id="33794" creationId="{00000000-0000-0000-0000-000000000000}"/>
          </ac:spMkLst>
        </pc:spChg>
      </pc:sldChg>
      <pc:sldChg chg="modSp mod">
        <pc:chgData name="Tiwari, Ajitabh" userId="f780d442-9751-4153-ad46-6fdd29046394" providerId="ADAL" clId="{D44D5104-13D3-40CD-A4D9-D128F8FC2B12}" dt="2025-12-30T06:35:21.250" v="34" actId="1076"/>
        <pc:sldMkLst>
          <pc:docMk/>
          <pc:sldMk cId="4293011758" sldId="354"/>
        </pc:sldMkLst>
        <pc:spChg chg="mod">
          <ac:chgData name="Tiwari, Ajitabh" userId="f780d442-9751-4153-ad46-6fdd29046394" providerId="ADAL" clId="{D44D5104-13D3-40CD-A4D9-D128F8FC2B12}" dt="2025-12-30T06:29:21.443" v="7" actId="255"/>
          <ac:spMkLst>
            <pc:docMk/>
            <pc:sldMk cId="4293011758" sldId="354"/>
            <ac:spMk id="3" creationId="{28CC8E4C-CFC5-44B7-38D5-6E560751D491}"/>
          </ac:spMkLst>
        </pc:spChg>
        <pc:spChg chg="mod">
          <ac:chgData name="Tiwari, Ajitabh" userId="f780d442-9751-4153-ad46-6fdd29046394" providerId="ADAL" clId="{D44D5104-13D3-40CD-A4D9-D128F8FC2B12}" dt="2025-12-30T06:35:21.250" v="34" actId="1076"/>
          <ac:spMkLst>
            <pc:docMk/>
            <pc:sldMk cId="4293011758" sldId="354"/>
            <ac:spMk id="4" creationId="{1FF27A7D-4B85-1B09-B680-3F30ABEB8CF9}"/>
          </ac:spMkLst>
        </pc:spChg>
        <pc:spChg chg="mod">
          <ac:chgData name="Tiwari, Ajitabh" userId="f780d442-9751-4153-ad46-6fdd29046394" providerId="ADAL" clId="{D44D5104-13D3-40CD-A4D9-D128F8FC2B12}" dt="2025-12-30T06:28:49.896" v="4" actId="255"/>
          <ac:spMkLst>
            <pc:docMk/>
            <pc:sldMk cId="4293011758" sldId="354"/>
            <ac:spMk id="7" creationId="{A94C50AB-8740-0F15-0267-70447CF8B089}"/>
          </ac:spMkLst>
        </pc:spChg>
      </pc:sldChg>
      <pc:sldChg chg="modSp mod">
        <pc:chgData name="Tiwari, Ajitabh" userId="f780d442-9751-4153-ad46-6fdd29046394" providerId="ADAL" clId="{D44D5104-13D3-40CD-A4D9-D128F8FC2B12}" dt="2026-01-02T06:33:28.132" v="151" actId="255"/>
        <pc:sldMkLst>
          <pc:docMk/>
          <pc:sldMk cId="792711297" sldId="355"/>
        </pc:sldMkLst>
        <pc:spChg chg="mod">
          <ac:chgData name="Tiwari, Ajitabh" userId="f780d442-9751-4153-ad46-6fdd29046394" providerId="ADAL" clId="{D44D5104-13D3-40CD-A4D9-D128F8FC2B12}" dt="2025-12-30T06:30:04.914" v="15" actId="255"/>
          <ac:spMkLst>
            <pc:docMk/>
            <pc:sldMk cId="792711297" sldId="355"/>
            <ac:spMk id="3" creationId="{F9B86755-93BA-4DD9-90D3-2D5E3656C818}"/>
          </ac:spMkLst>
        </pc:spChg>
        <pc:spChg chg="mod">
          <ac:chgData name="Tiwari, Ajitabh" userId="f780d442-9751-4153-ad46-6fdd29046394" providerId="ADAL" clId="{D44D5104-13D3-40CD-A4D9-D128F8FC2B12}" dt="2026-01-02T06:33:28.132" v="151" actId="255"/>
          <ac:spMkLst>
            <pc:docMk/>
            <pc:sldMk cId="792711297" sldId="355"/>
            <ac:spMk id="7" creationId="{6A27A606-1C74-00BB-356B-5942DAF46032}"/>
          </ac:spMkLst>
        </pc:spChg>
        <pc:spChg chg="mod">
          <ac:chgData name="Tiwari, Ajitabh" userId="f780d442-9751-4153-ad46-6fdd29046394" providerId="ADAL" clId="{D44D5104-13D3-40CD-A4D9-D128F8FC2B12}" dt="2025-12-30T06:36:13.525" v="40" actId="1076"/>
          <ac:spMkLst>
            <pc:docMk/>
            <pc:sldMk cId="792711297" sldId="355"/>
            <ac:spMk id="8" creationId="{0C4726DE-6370-D2E1-3F9A-2B72984BF982}"/>
          </ac:spMkLst>
        </pc:spChg>
        <pc:picChg chg="mod">
          <ac:chgData name="Tiwari, Ajitabh" userId="f780d442-9751-4153-ad46-6fdd29046394" providerId="ADAL" clId="{D44D5104-13D3-40CD-A4D9-D128F8FC2B12}" dt="2025-12-30T06:36:01.147" v="39" actId="1076"/>
          <ac:picMkLst>
            <pc:docMk/>
            <pc:sldMk cId="792711297" sldId="355"/>
            <ac:picMk id="4" creationId="{4DDF692E-423A-A1AC-3F06-3D9987A94369}"/>
          </ac:picMkLst>
        </pc:picChg>
      </pc:sldChg>
      <pc:sldChg chg="modSp mod">
        <pc:chgData name="Tiwari, Ajitabh" userId="f780d442-9751-4153-ad46-6fdd29046394" providerId="ADAL" clId="{D44D5104-13D3-40CD-A4D9-D128F8FC2B12}" dt="2026-01-02T06:33:14.361" v="149" actId="27636"/>
        <pc:sldMkLst>
          <pc:docMk/>
          <pc:sldMk cId="1817547095" sldId="356"/>
        </pc:sldMkLst>
        <pc:spChg chg="mod">
          <ac:chgData name="Tiwari, Ajitabh" userId="f780d442-9751-4153-ad46-6fdd29046394" providerId="ADAL" clId="{D44D5104-13D3-40CD-A4D9-D128F8FC2B12}" dt="2025-12-30T06:29:55.423" v="13" actId="1076"/>
          <ac:spMkLst>
            <pc:docMk/>
            <pc:sldMk cId="1817547095" sldId="356"/>
            <ac:spMk id="3" creationId="{7FB4FAE8-56D3-2CAC-8F8A-974E5E95DD32}"/>
          </ac:spMkLst>
        </pc:spChg>
        <pc:spChg chg="mod">
          <ac:chgData name="Tiwari, Ajitabh" userId="f780d442-9751-4153-ad46-6fdd29046394" providerId="ADAL" clId="{D44D5104-13D3-40CD-A4D9-D128F8FC2B12}" dt="2026-01-02T06:33:14.361" v="149" actId="27636"/>
          <ac:spMkLst>
            <pc:docMk/>
            <pc:sldMk cId="1817547095" sldId="356"/>
            <ac:spMk id="8" creationId="{3B284232-15EA-E775-58F1-2FA3510BFC0F}"/>
          </ac:spMkLst>
        </pc:spChg>
        <pc:spChg chg="mod">
          <ac:chgData name="Tiwari, Ajitabh" userId="f780d442-9751-4153-ad46-6fdd29046394" providerId="ADAL" clId="{D44D5104-13D3-40CD-A4D9-D128F8FC2B12}" dt="2025-12-30T06:35:37.022" v="37" actId="1076"/>
          <ac:spMkLst>
            <pc:docMk/>
            <pc:sldMk cId="1817547095" sldId="356"/>
            <ac:spMk id="13" creationId="{1549F7D7-CD76-C2D3-BE4D-E8386BB78F70}"/>
          </ac:spMkLst>
        </pc:spChg>
      </pc:sldChg>
      <pc:sldChg chg="addSp modSp mod">
        <pc:chgData name="Tiwari, Ajitabh" userId="f780d442-9751-4153-ad46-6fdd29046394" providerId="ADAL" clId="{D44D5104-13D3-40CD-A4D9-D128F8FC2B12}" dt="2026-01-02T06:48:48.813" v="450" actId="255"/>
        <pc:sldMkLst>
          <pc:docMk/>
          <pc:sldMk cId="3389013897" sldId="357"/>
        </pc:sldMkLst>
        <pc:spChg chg="add">
          <ac:chgData name="Tiwari, Ajitabh" userId="f780d442-9751-4153-ad46-6fdd29046394" providerId="ADAL" clId="{D44D5104-13D3-40CD-A4D9-D128F8FC2B12}" dt="2026-01-02T06:30:32.800" v="53"/>
          <ac:spMkLst>
            <pc:docMk/>
            <pc:sldMk cId="3389013897" sldId="357"/>
            <ac:spMk id="2" creationId="{43726414-E413-1341-F550-3C06403B3DDE}"/>
          </ac:spMkLst>
        </pc:spChg>
        <pc:spChg chg="mod">
          <ac:chgData name="Tiwari, Ajitabh" userId="f780d442-9751-4153-ad46-6fdd29046394" providerId="ADAL" clId="{D44D5104-13D3-40CD-A4D9-D128F8FC2B12}" dt="2026-01-02T06:48:48.813" v="450" actId="255"/>
          <ac:spMkLst>
            <pc:docMk/>
            <pc:sldMk cId="3389013897" sldId="357"/>
            <ac:spMk id="3" creationId="{4E6FFEC1-F971-01BB-4761-4123BA413C75}"/>
          </ac:spMkLst>
        </pc:spChg>
        <pc:spChg chg="mod">
          <ac:chgData name="Tiwari, Ajitabh" userId="f780d442-9751-4153-ad46-6fdd29046394" providerId="ADAL" clId="{D44D5104-13D3-40CD-A4D9-D128F8FC2B12}" dt="2025-12-30T06:36:34.443" v="43" actId="1076"/>
          <ac:spMkLst>
            <pc:docMk/>
            <pc:sldMk cId="3389013897" sldId="357"/>
            <ac:spMk id="4" creationId="{60B1F6E9-44B2-AE3B-F897-F54414FC12B4}"/>
          </ac:spMkLst>
        </pc:spChg>
        <pc:spChg chg="mod">
          <ac:chgData name="Tiwari, Ajitabh" userId="f780d442-9751-4153-ad46-6fdd29046394" providerId="ADAL" clId="{D44D5104-13D3-40CD-A4D9-D128F8FC2B12}" dt="2026-01-02T06:34:05.985" v="156" actId="20577"/>
          <ac:spMkLst>
            <pc:docMk/>
            <pc:sldMk cId="3389013897" sldId="357"/>
            <ac:spMk id="7" creationId="{5C1C1E54-C0E7-D174-8BC9-B18A7556CAD2}"/>
          </ac:spMkLst>
        </pc:spChg>
      </pc:sldChg>
      <pc:sldChg chg="modSp mod">
        <pc:chgData name="Tiwari, Ajitabh" userId="f780d442-9751-4153-ad46-6fdd29046394" providerId="ADAL" clId="{D44D5104-13D3-40CD-A4D9-D128F8FC2B12}" dt="2026-01-02T06:49:07.432" v="453" actId="113"/>
        <pc:sldMkLst>
          <pc:docMk/>
          <pc:sldMk cId="1301092355" sldId="358"/>
        </pc:sldMkLst>
        <pc:spChg chg="mod">
          <ac:chgData name="Tiwari, Ajitabh" userId="f780d442-9751-4153-ad46-6fdd29046394" providerId="ADAL" clId="{D44D5104-13D3-40CD-A4D9-D128F8FC2B12}" dt="2026-01-02T06:49:07.432" v="453" actId="113"/>
          <ac:spMkLst>
            <pc:docMk/>
            <pc:sldMk cId="1301092355" sldId="358"/>
            <ac:spMk id="3" creationId="{C61BC536-E228-7342-6C85-B8F6C386B7A4}"/>
          </ac:spMkLst>
        </pc:spChg>
        <pc:spChg chg="mod">
          <ac:chgData name="Tiwari, Ajitabh" userId="f780d442-9751-4153-ad46-6fdd29046394" providerId="ADAL" clId="{D44D5104-13D3-40CD-A4D9-D128F8FC2B12}" dt="2026-01-02T06:48:29.005" v="449" actId="11"/>
          <ac:spMkLst>
            <pc:docMk/>
            <pc:sldMk cId="1301092355" sldId="358"/>
            <ac:spMk id="13" creationId="{472F4022-7F86-7224-8DA7-19FF0C685312}"/>
          </ac:spMkLst>
        </pc:spChg>
        <pc:spChg chg="mod">
          <ac:chgData name="Tiwari, Ajitabh" userId="f780d442-9751-4153-ad46-6fdd29046394" providerId="ADAL" clId="{D44D5104-13D3-40CD-A4D9-D128F8FC2B12}" dt="2025-12-30T06:36:58.840" v="46" actId="255"/>
          <ac:spMkLst>
            <pc:docMk/>
            <pc:sldMk cId="1301092355" sldId="358"/>
            <ac:spMk id="15" creationId="{ED168426-6385-D1E6-0415-B94375F98AEE}"/>
          </ac:spMkLst>
        </pc:spChg>
      </pc:sldChg>
      <pc:sldChg chg="modSp mod">
        <pc:chgData name="Tiwari, Ajitabh" userId="f780d442-9751-4153-ad46-6fdd29046394" providerId="ADAL" clId="{D44D5104-13D3-40CD-A4D9-D128F8FC2B12}" dt="2026-01-02T06:34:42.680" v="161" actId="255"/>
        <pc:sldMkLst>
          <pc:docMk/>
          <pc:sldMk cId="1317585663" sldId="359"/>
        </pc:sldMkLst>
        <pc:spChg chg="mod">
          <ac:chgData name="Tiwari, Ajitabh" userId="f780d442-9751-4153-ad46-6fdd29046394" providerId="ADAL" clId="{D44D5104-13D3-40CD-A4D9-D128F8FC2B12}" dt="2025-12-30T06:30:47.440" v="25" actId="255"/>
          <ac:spMkLst>
            <pc:docMk/>
            <pc:sldMk cId="1317585663" sldId="359"/>
            <ac:spMk id="3" creationId="{D157B439-1C9D-C4E6-8EE6-FB5D42289368}"/>
          </ac:spMkLst>
        </pc:spChg>
        <pc:spChg chg="mod">
          <ac:chgData name="Tiwari, Ajitabh" userId="f780d442-9751-4153-ad46-6fdd29046394" providerId="ADAL" clId="{D44D5104-13D3-40CD-A4D9-D128F8FC2B12}" dt="2025-12-30T06:37:21.910" v="49" actId="1076"/>
          <ac:spMkLst>
            <pc:docMk/>
            <pc:sldMk cId="1317585663" sldId="359"/>
            <ac:spMk id="5" creationId="{3C7346A9-CD3C-8F29-99AD-A05047CB929C}"/>
          </ac:spMkLst>
        </pc:spChg>
        <pc:spChg chg="mod">
          <ac:chgData name="Tiwari, Ajitabh" userId="f780d442-9751-4153-ad46-6fdd29046394" providerId="ADAL" clId="{D44D5104-13D3-40CD-A4D9-D128F8FC2B12}" dt="2026-01-02T06:34:42.680" v="161" actId="255"/>
          <ac:spMkLst>
            <pc:docMk/>
            <pc:sldMk cId="1317585663" sldId="359"/>
            <ac:spMk id="13" creationId="{31B11D45-ED67-D4CB-CA90-E0FEF107843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919C22-DD8F-4236-80A3-539187E69E0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8814C0-087D-5CDE-56CF-8AFF314DDD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FE4753-CFF8-4AF0-B29D-BDE78E375549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3269F9-D33A-408D-B619-4B284E6774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285F0D-3C10-5D9E-0EE2-015FFC07AA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0C4ABA-350D-4BFA-8225-683E3FFC3F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04749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30784E-1A6A-4141-847F-4AD7965A8858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931418-388B-411F-BA15-7396969F3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76966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16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6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6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600">
              <a:solidFill>
                <a:prstClr val="white"/>
              </a:solidFill>
            </a:endParaRPr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101600" y="3352801"/>
            <a:ext cx="27432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-101600" y="52578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3200" y="56673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012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6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6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6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600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101600" y="3352801"/>
            <a:ext cx="27432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101600" y="52578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200" y="56673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6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600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6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600">
              <a:solidFill>
                <a:prstClr val="white"/>
              </a:solidFill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101600" y="3352801"/>
            <a:ext cx="27432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101600" y="52578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3200" y="56673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352800" y="5410200"/>
            <a:ext cx="80264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768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12192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600">
              <a:solidFill>
                <a:prstClr val="white"/>
              </a:solidFill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3843867" y="677545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60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6933" y="677545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6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04667" y="677545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60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0" y="7620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48800" y="11715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406400" y="4648200"/>
            <a:ext cx="112776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219174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92779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4000" y="1600201"/>
            <a:ext cx="5384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4186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2"/>
            <a:ext cx="5386917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362200"/>
            <a:ext cx="5386917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2"/>
            <a:ext cx="5389033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362200"/>
            <a:ext cx="5389033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0655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49096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600201"/>
            <a:ext cx="6815667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600201"/>
            <a:ext cx="4011084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2884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407025"/>
            <a:ext cx="73152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828800"/>
            <a:ext cx="73152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711825"/>
            <a:ext cx="73152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934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0750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 rot="5400000">
            <a:off x="7538509" y="2560109"/>
            <a:ext cx="5181600" cy="61383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0" descr="Picture 7.png"/>
          <p:cNvPicPr>
            <a:picLocks noChangeAspect="1"/>
          </p:cNvPicPr>
          <p:nvPr/>
        </p:nvPicPr>
        <p:blipFill>
          <a:blip r:embed="rId2" cstate="print"/>
          <a:srcRect l="5336" t="1923"/>
          <a:stretch>
            <a:fillRect/>
          </a:stretch>
        </p:blipFill>
        <p:spPr bwMode="auto">
          <a:xfrm>
            <a:off x="-10583" y="381001"/>
            <a:ext cx="922868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 rot="5400000">
            <a:off x="-2748491" y="3808884"/>
            <a:ext cx="58674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9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9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25600" y="38100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8191500" y="2552700"/>
            <a:ext cx="5867400" cy="1524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58651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12192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600">
              <a:solidFill>
                <a:prstClr val="white"/>
              </a:solidFill>
            </a:endParaRPr>
          </a:p>
        </p:txBody>
      </p:sp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3843867" y="677545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60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6933" y="677545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6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04667" y="677545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60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0" y="7620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48800" y="11715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406400" y="4648200"/>
            <a:ext cx="112776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6159912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6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6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6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600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101600" y="3352801"/>
            <a:ext cx="27432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101600" y="52578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200" y="56673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352800" y="5410200"/>
            <a:ext cx="80264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0118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CCD08BD-4AC0-4169-95D9-6BF12C2C9B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3205B2E-78E7-4DB7-B31C-F4E5956363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157E81B-755B-440B-8405-6CA1E66A46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B57D8A-38B4-4F6B-8051-8F6DA721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154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4B91D6-08AC-46BC-BEA8-0567EFF1B8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0B9949D-3AE4-4A16-A2DA-B64397AB6F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99E45C3-11A1-4589-83AA-03287B01E8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B57D8A-38B4-4F6B-8051-8F6DA721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3559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611EE-966E-4C7D-B137-549FB7D672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A8B895-9FAA-4BFD-86BD-1E7F3DFDF3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78E93-250F-4CDA-B9CF-AAA615825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2882D-4FA8-441C-BE51-66AE42484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3E86D-30DC-49CE-8FC1-DB7B67682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57D8A-38B4-4F6B-8051-8F6DA721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401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8A888FC-AF40-489C-8ED0-441A000409C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4109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Picture 7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>
                <a:solidFill>
                  <a:prstClr val="white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188078"/>
            <a:ext cx="1930400" cy="365125"/>
          </a:xfrm>
        </p:spPr>
        <p:txBody>
          <a:bodyPr/>
          <a:lstStyle>
            <a:lvl1pPr>
              <a:defRPr smtClean="0"/>
            </a:lvl1pPr>
          </a:lstStyle>
          <a:p>
            <a:endParaRPr lang="en-IN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54400" y="6324600"/>
            <a:ext cx="50800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IN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02700" y="6234116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600" smtClean="0">
                <a:solidFill>
                  <a:schemeClr val="tx1"/>
                </a:solidFill>
              </a:defRPr>
            </a:lvl1pPr>
          </a:lstStyle>
          <a:p>
            <a:fld id="{68A888FC-AF40-489C-8ED0-441A000409C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4309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8A888FC-AF40-489C-8ED0-441A000409C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4328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8A888FC-AF40-489C-8ED0-441A000409C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5594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8A888FC-AF40-489C-8ED0-441A000409C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51786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Picture 7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2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2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>
                <a:solidFill>
                  <a:prstClr val="white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1727200" cy="242888"/>
          </a:xfrm>
        </p:spPr>
        <p:txBody>
          <a:bodyPr/>
          <a:lstStyle>
            <a:lvl1pPr>
              <a:defRPr smtClean="0"/>
            </a:lvl1pPr>
          </a:lstStyle>
          <a:p>
            <a:endParaRPr lang="en-IN"/>
          </a:p>
        </p:txBody>
      </p:sp>
      <p:sp>
        <p:nvSpPr>
          <p:cNvPr id="1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086851" y="6356350"/>
            <a:ext cx="2844800" cy="19685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fld id="{68A888FC-AF40-489C-8ED0-441A000409CA}" type="slidenum">
              <a:rPr lang="en-IN"/>
              <a:pPr/>
              <a:t>‹#›</a:t>
            </a:fld>
            <a:endParaRPr lang="en-IN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92352D9B-CBF7-4EFB-BDD0-38EA06A10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4400" y="6324600"/>
            <a:ext cx="5080000" cy="365125"/>
          </a:xfrm>
        </p:spPr>
        <p:txBody>
          <a:bodyPr/>
          <a:lstStyle>
            <a:lvl1pPr>
              <a:defRPr/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01810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1727200" cy="242888"/>
          </a:xfrm>
        </p:spPr>
        <p:txBody>
          <a:bodyPr/>
          <a:lstStyle>
            <a:lvl1pPr>
              <a:defRPr smtClean="0"/>
            </a:lvl1pPr>
          </a:lstStyle>
          <a:p>
            <a:endParaRPr lang="en-IN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49600" y="6346828"/>
            <a:ext cx="5181600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086851" y="6356350"/>
            <a:ext cx="2844800" cy="19685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fld id="{68A888FC-AF40-489C-8ED0-441A000409CA}" type="slidenum">
              <a:rPr lang="en-IN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9035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47340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1727200" cy="242888"/>
          </a:xfrm>
        </p:spPr>
        <p:txBody>
          <a:bodyPr/>
          <a:lstStyle>
            <a:lvl1pPr>
              <a:defRPr smtClean="0"/>
            </a:lvl1pPr>
          </a:lstStyle>
          <a:p>
            <a:endParaRPr lang="en-IN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49600" y="6346828"/>
            <a:ext cx="5181600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086851" y="6356350"/>
            <a:ext cx="2844800" cy="19685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fld id="{68A888FC-AF40-489C-8ED0-441A000409CA}" type="slidenum">
              <a:rPr lang="en-IN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3566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1727200" cy="242888"/>
          </a:xfrm>
        </p:spPr>
        <p:txBody>
          <a:bodyPr/>
          <a:lstStyle>
            <a:lvl1pPr>
              <a:defRPr smtClean="0"/>
            </a:lvl1pPr>
          </a:lstStyle>
          <a:p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49600" y="6346828"/>
            <a:ext cx="5181600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086851" y="6356350"/>
            <a:ext cx="2844800" cy="19685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fld id="{68A888FC-AF40-489C-8ED0-441A000409CA}" type="slidenum">
              <a:rPr lang="en-IN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7288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3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8A888FC-AF40-489C-8ED0-441A000409C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3835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101600" y="3352803"/>
            <a:ext cx="27432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1"/>
          <p:cNvGrpSpPr>
            <a:grpSpLocks/>
          </p:cNvGrpSpPr>
          <p:nvPr/>
        </p:nvGrpSpPr>
        <p:grpSpPr bwMode="auto">
          <a:xfrm>
            <a:off x="-101600" y="5257800"/>
            <a:ext cx="2946400" cy="685800"/>
            <a:chOff x="76200" y="2209800"/>
            <a:chExt cx="2209800" cy="685800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200" y="2209800"/>
              <a:ext cx="2209800" cy="55403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900" b="1" spc="-150" dirty="0">
                  <a:solidFill>
                    <a:prstClr val="white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>
                  <a:solidFill>
                    <a:prstClr val="white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228600" y="2665413"/>
              <a:ext cx="1905000" cy="23018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900" spc="-150" dirty="0">
                  <a:solidFill>
                    <a:srgbClr val="FFFFFF"/>
                  </a:solidFill>
                  <a:latin typeface="Arial"/>
                  <a:cs typeface="Arial"/>
                </a:rPr>
                <a:t>Pilani | Dubai | Goa | Hyderabad</a:t>
              </a:r>
            </a:p>
          </p:txBody>
        </p:sp>
      </p:grp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352800" y="5410200"/>
            <a:ext cx="80264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8277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 sz="1200"/>
            </a:lvl1pPr>
          </a:lstStyle>
          <a:p>
            <a:pPr>
              <a:defRPr/>
            </a:pPr>
            <a:fld id="{389A1433-2BD6-474A-B042-E5F0856EF487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30530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7381" y="274638"/>
            <a:ext cx="8160907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91540" y="6262116"/>
            <a:ext cx="5856816" cy="365125"/>
          </a:xfrm>
          <a:prstGeom prst="rect">
            <a:avLst/>
          </a:prstGeom>
        </p:spPr>
        <p:txBody>
          <a:bodyPr/>
          <a:lstStyle>
            <a:lvl1pPr algn="l">
              <a:defRPr sz="1200" b="1"/>
            </a:lvl1pPr>
          </a:lstStyle>
          <a:p>
            <a:pPr>
              <a:defRPr/>
            </a:pPr>
            <a:endParaRPr lang="en-IN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11377085" y="6237289"/>
            <a:ext cx="814916" cy="29368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>
              <a:defRPr/>
            </a:pPr>
            <a:fld id="{78B23240-9A46-45DC-80D8-72E6138EF4CC}" type="slidenum">
              <a:rPr lang="en-IN"/>
              <a:pPr>
                <a:defRPr/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81049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D8A489-38BD-40B0-9083-7E99DA903139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4130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38CB16-FC74-415F-A778-AFAE7BEAFAF6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8776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FB1E71-4690-4FD4-BBCF-A3779CD52565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45605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 sz="1200"/>
            </a:lvl1pPr>
          </a:lstStyle>
          <a:p>
            <a:pPr>
              <a:defRPr/>
            </a:pPr>
            <a:fld id="{9FD64774-6889-4F3F-87B3-82AF987C97C8}" type="slidenum">
              <a:rPr lang="en-IN" smtClean="0"/>
              <a:pPr>
                <a:defRPr/>
              </a:pPr>
              <a:t>‹#›</a:t>
            </a:fld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12463971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endParaRPr lang="en-IN" sz="12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 sz="1200"/>
            </a:lvl1pPr>
          </a:lstStyle>
          <a:p>
            <a:pPr>
              <a:defRPr/>
            </a:pPr>
            <a:fld id="{102715D1-A74F-4481-8AFF-0CF19F1A4227}" type="slidenum">
              <a:rPr lang="en-IN" smtClean="0"/>
              <a:pPr>
                <a:defRPr/>
              </a:pPr>
              <a:t>‹#›</a:t>
            </a:fld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23778975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936656-7811-4E10-ABA8-C743BA19F43F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42067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0E505A-A9CD-4645-BB6F-663BC8294A50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80159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B21827-D599-4054-9CED-35F966873CDF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22958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872A46-881B-4CE5-A377-400F5AC5756F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24352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87939BE9-35B3-4A74-90D1-160BE7710D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ln/>
        </p:spPr>
        <p:txBody>
          <a:bodyPr/>
          <a:lstStyle>
            <a:lvl1pPr algn="r">
              <a:defRPr sz="1200"/>
            </a:lvl1pPr>
          </a:lstStyle>
          <a:p>
            <a:fld id="{3DA8A4DF-F418-4A78-AE4D-65B3D1D94B97}" type="slidenum">
              <a:rPr lang="en-US" altLang="en-US" smtClean="0"/>
              <a:pPr/>
              <a:t>‹#›</a:t>
            </a:fld>
            <a:endParaRPr lang="en-US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71410855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>
                <a:solidFill>
                  <a:prstClr val="white"/>
                </a:solidFill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B46DB968-9F7C-4C5C-8478-943B62839742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326705AA-25D1-478B-9F91-F46607BDA1E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87C35533-0A12-4DAE-ACC2-5CD73D9D7D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 sz="1200"/>
            </a:lvl1pPr>
          </a:lstStyle>
          <a:p>
            <a:pPr>
              <a:defRPr/>
            </a:pPr>
            <a:fld id="{6ABC52F0-3AC6-4B70-9B7C-80128C5BC8D3}" type="slidenum">
              <a:rPr lang="en-IN" smtClean="0"/>
              <a:pPr>
                <a:defRPr/>
              </a:pPr>
              <a:t>‹#›</a:t>
            </a:fld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38949123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39329A-B5B1-410C-9EFC-0DAC67EA95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72707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</a:rPr>
              <a:t>BITS </a:t>
            </a:r>
            <a:r>
              <a:rPr lang="en-US" sz="1100">
                <a:solidFill>
                  <a:srgbClr val="101141"/>
                </a:solidFill>
              </a:rPr>
              <a:t>Pilani, Deemed to be University under Section 3 of UGC Act, 1956</a:t>
            </a:r>
          </a:p>
        </p:txBody>
      </p:sp>
      <p:pic>
        <p:nvPicPr>
          <p:cNvPr id="5" name="Picture 7" descr="Picture 7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22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188076"/>
            <a:ext cx="1930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54400" y="6211889"/>
            <a:ext cx="50800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02700" y="6234114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115FCD-8C81-4A74-A551-D2E7385F8B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44241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85C9CA-0B6A-4F22-A885-2590667CDE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71692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1B69DE-FAE4-461E-A000-D0F10A442C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42533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547A77-A760-4CDA-9B87-B9A86824C8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0158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</a:rPr>
              <a:t>BITS </a:t>
            </a:r>
            <a:r>
              <a:rPr lang="en-US" sz="1100">
                <a:solidFill>
                  <a:srgbClr val="101141"/>
                </a:solidFill>
              </a:rPr>
              <a:t>Pilani, Deemed to be University under Section 3 of UGC Act, 1956</a:t>
            </a:r>
          </a:p>
        </p:txBody>
      </p:sp>
      <p:pic>
        <p:nvPicPr>
          <p:cNvPr id="4" name="Picture 7" descr="Picture 7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12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1727200" cy="24288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49600" y="6346826"/>
            <a:ext cx="5181600" cy="2524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086851" y="6356350"/>
            <a:ext cx="2844800" cy="1968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F90D02-3A0F-4D33-9710-8B52578934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40660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1727200" cy="24288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49600" y="6346826"/>
            <a:ext cx="5181600" cy="2524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086851" y="6356350"/>
            <a:ext cx="2844800" cy="1968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529C90-B50D-4CE3-85DE-B362BCC821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62709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318" y="6324601"/>
            <a:ext cx="11324167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7994763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1727200" cy="24288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49600" y="6346826"/>
            <a:ext cx="5181600" cy="2524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086851" y="6356350"/>
            <a:ext cx="2844800" cy="1968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C973A7-89F1-4419-A603-98D719101C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16282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1727200" cy="24288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49600" y="6346826"/>
            <a:ext cx="5181600" cy="2524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086851" y="6356350"/>
            <a:ext cx="2844800" cy="1968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D7AAD-4BC4-401F-A12B-B394BDD426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18217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217FC5-072C-4672-9EC9-7B8535A582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93442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101600" y="3352801"/>
            <a:ext cx="27432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1"/>
          <p:cNvGrpSpPr>
            <a:grpSpLocks/>
          </p:cNvGrpSpPr>
          <p:nvPr/>
        </p:nvGrpSpPr>
        <p:grpSpPr bwMode="auto">
          <a:xfrm>
            <a:off x="-101600" y="5257800"/>
            <a:ext cx="2946400" cy="685800"/>
            <a:chOff x="76200" y="2209800"/>
            <a:chExt cx="2209800" cy="685800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200" y="2209800"/>
              <a:ext cx="2209800" cy="55403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900" b="1" spc="-150" dirty="0">
                  <a:solidFill>
                    <a:prstClr val="white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>
                  <a:solidFill>
                    <a:prstClr val="white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228600" y="2665413"/>
              <a:ext cx="1905000" cy="23018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900" spc="-150" dirty="0">
                  <a:solidFill>
                    <a:srgbClr val="FFFFFF"/>
                  </a:solidFill>
                  <a:latin typeface="Arial"/>
                  <a:cs typeface="Arial"/>
                </a:rPr>
                <a:t>Pilani | Dubai | Goa | Hyderabad</a:t>
              </a:r>
            </a:p>
          </p:txBody>
        </p:sp>
      </p:grp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352800" y="5410200"/>
            <a:ext cx="80264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205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AEB57D8A-38B4-4F6B-8051-8F6DA721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535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3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A2A3D94-D19E-4DD0-8AA4-51266FE55D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54400" y="6324600"/>
            <a:ext cx="5080000" cy="365125"/>
          </a:xfrm>
          <a:prstGeom prst="rect">
            <a:avLst/>
          </a:prstGeom>
        </p:spPr>
        <p:txBody>
          <a:bodyPr/>
          <a:lstStyle>
            <a:lvl1pPr algn="ctr">
              <a:defRPr sz="1200"/>
            </a:lvl1pPr>
          </a:lstStyle>
          <a:p>
            <a:endParaRPr lang="en-IN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20E25BF-A822-4D42-9D18-A47EAFEDEE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400799"/>
            <a:ext cx="2844800" cy="365125"/>
          </a:xfrm>
          <a:prstGeom prst="rect">
            <a:avLst/>
          </a:prstGeom>
        </p:spPr>
        <p:txBody>
          <a:bodyPr vert="horz" wrap="square" lIns="91270" tIns="45635" rIns="91270" bIns="45635" numCol="1" anchor="ctr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68A888FC-AF40-489C-8ED0-441A000409C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818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3076" name="Picture 7" descr="Picture 7.png"/>
          <p:cNvPicPr>
            <a:picLocks noChangeAspect="1"/>
          </p:cNvPicPr>
          <p:nvPr/>
        </p:nvPicPr>
        <p:blipFill>
          <a:blip r:embed="rId15" cstate="print"/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77" name="Group 8"/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/>
            </a:p>
          </p:txBody>
        </p:sp>
      </p:grpSp>
      <p:grpSp>
        <p:nvGrpSpPr>
          <p:cNvPr id="3078" name="Group 12"/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00"/>
            </a:p>
          </p:txBody>
        </p:sp>
      </p:grpSp>
    </p:spTree>
    <p:extLst>
      <p:ext uri="{BB962C8B-B14F-4D97-AF65-F5344CB8AC3E}">
        <p14:creationId xmlns:p14="http://schemas.microsoft.com/office/powerpoint/2010/main" val="3561094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2229700A-17AE-4656-9B38-E2A2391C98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70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4"/>
          <p:cNvSpPr>
            <a:spLocks noGrp="1"/>
          </p:cNvSpPr>
          <p:nvPr>
            <p:ph type="title"/>
          </p:nvPr>
        </p:nvSpPr>
        <p:spPr>
          <a:xfrm>
            <a:off x="2572285" y="3235693"/>
            <a:ext cx="8340694" cy="1105571"/>
          </a:xfrm>
        </p:spPr>
        <p:txBody>
          <a:bodyPr/>
          <a:lstStyle/>
          <a:p>
            <a:pPr algn="ctr" eaLnBrk="1" hangingPunct="1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Modeling and Data Quality Assurance for</a:t>
            </a:r>
            <a:b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 Order Processing in Retail Supply Chain</a:t>
            </a:r>
            <a:endParaRPr lang="en-US" altLang="en-US" sz="2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BBF4FB2-D429-2C09-074D-90949FA1B45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6383708" y="4630163"/>
            <a:ext cx="5121328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Student Name      : Ajitabh Tiwari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Student ID            : 2020FC04613</a:t>
            </a:r>
            <a:endParaRPr lang="en-US" altLang="en-US" sz="1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Program / Course : (</a:t>
            </a:r>
            <a:r>
              <a:rPr lang="en-IN" sz="12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DSECLZG628T</a:t>
            </a:r>
            <a:r>
              <a:rPr lang="en-IN" sz="1200" dirty="0"/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– Dissertation)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Supervisor Name : Raja Sekhar Kandula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IN" sz="1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Evaluator              : Pravin Yashwant Pawar</a:t>
            </a:r>
            <a:endParaRPr lang="en-US" altLang="en-US" sz="1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1A4287-7A7F-5E35-ECC3-8D1444816882}"/>
              </a:ext>
            </a:extLst>
          </p:cNvPr>
          <p:cNvSpPr txBox="1"/>
          <p:nvPr/>
        </p:nvSpPr>
        <p:spPr>
          <a:xfrm>
            <a:off x="387409" y="731836"/>
            <a:ext cx="10972800" cy="648308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221E93E-CBF6-771E-3550-668870985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61" y="1417638"/>
            <a:ext cx="6287793" cy="5021261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0333B8-E902-B11E-AC4A-7EAFAD6F07C0}"/>
              </a:ext>
            </a:extLst>
          </p:cNvPr>
          <p:cNvSpPr txBox="1"/>
          <p:nvPr/>
        </p:nvSpPr>
        <p:spPr bwMode="auto">
          <a:xfrm>
            <a:off x="6744531" y="1665286"/>
            <a:ext cx="5384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34290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supply chains rely heavily on EDI for order automation</a:t>
            </a:r>
          </a:p>
          <a:p>
            <a:pPr marL="34290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Oracle EBS processes inbound EDI 850 orders via interface tables</a:t>
            </a:r>
          </a:p>
          <a:p>
            <a:pPr marL="34290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issues cause frequent order failures</a:t>
            </a:r>
          </a:p>
          <a:p>
            <a:pPr marL="34290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Failures lead to manual rework, delays, and inefficiency</a:t>
            </a:r>
          </a:p>
          <a:p>
            <a:pPr marL="34290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validations are reactive and rule-based</a:t>
            </a:r>
          </a:p>
          <a:p>
            <a:pPr marL="34290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early risk assessment mechanism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F3298BE-2A0E-A95D-CD70-EAFB19074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0437" y="6191249"/>
            <a:ext cx="737787" cy="365125"/>
          </a:xfrm>
        </p:spPr>
        <p:txBody>
          <a:bodyPr/>
          <a:lstStyle/>
          <a:p>
            <a:pPr>
              <a:defRPr/>
            </a:pPr>
            <a:fld id="{6D38CB16-FC74-415F-A778-AFAE7BEAFAF6}" type="slidenum">
              <a:rPr lang="en-IN" smtClean="0"/>
              <a:pPr>
                <a:defRPr/>
              </a:pPr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0078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C29C0-53D9-B934-E618-5BDC340F0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CC8E4C-CFC5-44B7-38D5-6E560751D491}"/>
              </a:ext>
            </a:extLst>
          </p:cNvPr>
          <p:cNvSpPr txBox="1"/>
          <p:nvPr/>
        </p:nvSpPr>
        <p:spPr>
          <a:xfrm>
            <a:off x="3542233" y="676251"/>
            <a:ext cx="60974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OBJECTIVES &amp; SCOPE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4C50AB-8740-0F15-0267-70447CF8B089}"/>
              </a:ext>
            </a:extLst>
          </p:cNvPr>
          <p:cNvSpPr txBox="1"/>
          <p:nvPr/>
        </p:nvSpPr>
        <p:spPr>
          <a:xfrm>
            <a:off x="599869" y="1657434"/>
            <a:ext cx="903978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data quality issues in inbound EDI orders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Quantify data quality using DQ metrics and DQ score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 relationship between data quality and order failure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(Mid-Sem)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EDI 850 inbound orders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Oracle EBS Order Management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Synthetic dataset due to confidentiality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27A7D-4B85-1B09-B680-3F30ABEB8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5906" y="6211072"/>
            <a:ext cx="720695" cy="365125"/>
          </a:xfrm>
        </p:spPr>
        <p:txBody>
          <a:bodyPr/>
          <a:lstStyle/>
          <a:p>
            <a:pPr>
              <a:defRPr/>
            </a:pPr>
            <a:fld id="{102715D1-A74F-4481-8AFF-0CF19F1A4227}" type="slidenum">
              <a:rPr lang="en-IN" sz="1800" smtClean="0"/>
              <a:pPr>
                <a:defRPr/>
              </a:pPr>
              <a:t>3</a:t>
            </a:fld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293011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4F037-F3B6-BCCF-FBAE-BF0545119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B4FAE8-56D3-2CAC-8F8A-974E5E95DD32}"/>
              </a:ext>
            </a:extLst>
          </p:cNvPr>
          <p:cNvSpPr txBox="1"/>
          <p:nvPr/>
        </p:nvSpPr>
        <p:spPr>
          <a:xfrm>
            <a:off x="387410" y="731836"/>
            <a:ext cx="10972800" cy="588488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PROPOSED ARCHITECTURE (MID-SEM)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4FFABBE-1B7F-DADA-08ED-B59B5B242B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8" r="806" b="2"/>
          <a:stretch>
            <a:fillRect/>
          </a:stretch>
        </p:blipFill>
        <p:spPr>
          <a:xfrm>
            <a:off x="609600" y="1600201"/>
            <a:ext cx="5384800" cy="4525963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284232-15EA-E775-58F1-2FA3510BFC0F}"/>
              </a:ext>
            </a:extLst>
          </p:cNvPr>
          <p:cNvSpPr txBox="1"/>
          <p:nvPr/>
        </p:nvSpPr>
        <p:spPr bwMode="auto">
          <a:xfrm>
            <a:off x="6197600" y="3343275"/>
            <a:ext cx="5384800" cy="2782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 Gateway → Oracle Interface Tables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Gate (DQG)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DQ Score Computation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Engine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Loop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549F7D7-CD76-C2D3-BE4D-E8386BB78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1785600" y="6126164"/>
            <a:ext cx="356076" cy="365125"/>
          </a:xfrm>
        </p:spPr>
        <p:txBody>
          <a:bodyPr/>
          <a:lstStyle/>
          <a:p>
            <a:pPr>
              <a:defRPr/>
            </a:pPr>
            <a:fld id="{6D38CB16-FC74-415F-A778-AFAE7BEAFAF6}" type="slidenum">
              <a:rPr lang="en-IN" smtClean="0"/>
              <a:pPr>
                <a:defRPr/>
              </a:pPr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7547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A90AC-D88D-438E-A0E0-9979A823D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B86755-93BA-4DD9-90D3-2D5E3656C818}"/>
              </a:ext>
            </a:extLst>
          </p:cNvPr>
          <p:cNvSpPr txBox="1"/>
          <p:nvPr/>
        </p:nvSpPr>
        <p:spPr>
          <a:xfrm>
            <a:off x="2151402" y="685800"/>
            <a:ext cx="73429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FRAMEWORK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27A606-1C74-00BB-356B-5942DAF46032}"/>
              </a:ext>
            </a:extLst>
          </p:cNvPr>
          <p:cNvSpPr txBox="1"/>
          <p:nvPr/>
        </p:nvSpPr>
        <p:spPr>
          <a:xfrm>
            <a:off x="631339" y="1581956"/>
            <a:ext cx="9514984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DQ Validations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Mandatory field checks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 validation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data validation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Partner-specific rules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DQ Metrics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mandatory count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Invalid reference count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Partner rule violations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DQ Score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score (0–100)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DF692E-423A-A1AC-3F06-3D9987A94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213" y="1332131"/>
            <a:ext cx="7015162" cy="5116299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4726DE-6370-D2E1-3F9A-2B72984BF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279454"/>
            <a:ext cx="2844800" cy="365125"/>
          </a:xfrm>
        </p:spPr>
        <p:txBody>
          <a:bodyPr/>
          <a:lstStyle/>
          <a:p>
            <a:pPr>
              <a:defRPr/>
            </a:pPr>
            <a:fld id="{102715D1-A74F-4481-8AFF-0CF19F1A4227}" type="slidenum">
              <a:rPr lang="en-IN" sz="1800" smtClean="0"/>
              <a:pPr>
                <a:defRPr/>
              </a:pPr>
              <a:t>5</a:t>
            </a:fld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792711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17244-6AFB-63F1-458E-95351067C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6FFEC1-F971-01BB-4761-4123BA413C75}"/>
              </a:ext>
            </a:extLst>
          </p:cNvPr>
          <p:cNvSpPr txBox="1"/>
          <p:nvPr/>
        </p:nvSpPr>
        <p:spPr>
          <a:xfrm>
            <a:off x="538385" y="689752"/>
            <a:ext cx="9118363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IMPLEMENTATION &amp; RESULTS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1C1E54-C0E7-D174-8BC9-B18A7556CAD2}"/>
              </a:ext>
            </a:extLst>
          </p:cNvPr>
          <p:cNvSpPr txBox="1"/>
          <p:nvPr/>
        </p:nvSpPr>
        <p:spPr>
          <a:xfrm>
            <a:off x="1050083" y="1787054"/>
            <a:ext cx="9717618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Synthetic EDI dataset created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Oracle-style validations applied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DQ scores computed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	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DQ score → High failure probability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US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DQ score → Successful processing</a:t>
            </a:r>
            <a:endParaRPr lang="en-IN" sz="2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1F6E9-44B2-AE3B-F897-F54414FC1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0646" y="6110478"/>
            <a:ext cx="421593" cy="365125"/>
          </a:xfrm>
        </p:spPr>
        <p:txBody>
          <a:bodyPr/>
          <a:lstStyle/>
          <a:p>
            <a:pPr>
              <a:defRPr/>
            </a:pPr>
            <a:fld id="{102715D1-A74F-4481-8AFF-0CF19F1A4227}" type="slidenum">
              <a:rPr lang="en-IN" sz="1800" smtClean="0"/>
              <a:pPr>
                <a:defRPr/>
              </a:pPr>
              <a:t>6</a:t>
            </a:fld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389013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2B1DB-9013-D5B2-A618-403B471B5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1BC536-E228-7342-6C85-B8F6C386B7A4}"/>
              </a:ext>
            </a:extLst>
          </p:cNvPr>
          <p:cNvSpPr txBox="1"/>
          <p:nvPr/>
        </p:nvSpPr>
        <p:spPr>
          <a:xfrm>
            <a:off x="724255" y="725460"/>
            <a:ext cx="91888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for Final Phase – Implementation Roadmap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2F4022-7F86-7224-8DA7-19FF0C685312}"/>
              </a:ext>
            </a:extLst>
          </p:cNvPr>
          <p:cNvSpPr txBox="1"/>
          <p:nvPr/>
        </p:nvSpPr>
        <p:spPr>
          <a:xfrm>
            <a:off x="604613" y="1409124"/>
            <a:ext cx="10752747" cy="5216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Data Quality Framework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Refine existing DQ rules and metrics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Enhance DQ score calculation using historical patterns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Failure Modeling</a:t>
            </a:r>
          </a:p>
          <a:p>
            <a:pPr lvl="2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Use DQ metrics as input features</a:t>
            </a:r>
          </a:p>
          <a:p>
            <a:pPr lvl="2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Train classification models (Random Forest /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2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Predict probability of EDI order failure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Time Estimation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Derive E2E processing time from key timestamps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Use regression models to estimate processing duration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Analyze impact of data quality on processing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Engine Integration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Combine DQ score and prediction outputs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Route orders based on risk and expected processing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&amp; Visualization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Display order success vs failure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Show DQ score bands and risk distribution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Monitor average processing time trends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&amp; Feedback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Evaluate model accuracy and error metrics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Use actual outcomes to retrain and improve models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D168426-6385-D1E6-0415-B94375F98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27379" y="6253801"/>
            <a:ext cx="284860" cy="365125"/>
          </a:xfrm>
        </p:spPr>
        <p:txBody>
          <a:bodyPr/>
          <a:lstStyle/>
          <a:p>
            <a:pPr>
              <a:defRPr/>
            </a:pPr>
            <a:fld id="{102715D1-A74F-4481-8AFF-0CF19F1A4227}" type="slidenum">
              <a:rPr lang="en-IN" sz="1800" smtClean="0"/>
              <a:pPr>
                <a:defRPr/>
              </a:pPr>
              <a:t>7</a:t>
            </a:fld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301092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E6DAF-9600-609E-8314-2D0A86EAB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57B439-1C9D-C4E6-8EE6-FB5D42289368}"/>
              </a:ext>
            </a:extLst>
          </p:cNvPr>
          <p:cNvSpPr txBox="1"/>
          <p:nvPr/>
        </p:nvSpPr>
        <p:spPr>
          <a:xfrm>
            <a:off x="3817833" y="614366"/>
            <a:ext cx="60974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B11D45-ED67-D4CB-CA90-E0FEF107843D}"/>
              </a:ext>
            </a:extLst>
          </p:cNvPr>
          <p:cNvSpPr txBox="1"/>
          <p:nvPr/>
        </p:nvSpPr>
        <p:spPr>
          <a:xfrm>
            <a:off x="681527" y="1802231"/>
            <a:ext cx="609742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is critical for EDI success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DQ score provides early reliability assessment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Mid-Sem establishes strong foundation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phase will focus on predictive analytics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7346A9-CD3C-8F29-99AD-A05047CB9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44471" y="6176890"/>
            <a:ext cx="284860" cy="365125"/>
          </a:xfrm>
        </p:spPr>
        <p:txBody>
          <a:bodyPr/>
          <a:lstStyle/>
          <a:p>
            <a:pPr>
              <a:defRPr/>
            </a:pPr>
            <a:fld id="{102715D1-A74F-4481-8AFF-0CF19F1A4227}" type="slidenum">
              <a:rPr lang="en-IN" sz="1800" smtClean="0"/>
              <a:pPr>
                <a:defRPr/>
              </a:pPr>
              <a:t>8</a:t>
            </a:fld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317585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3B95567-82B6-13BE-29A6-CF59A070A28B}"/>
              </a:ext>
            </a:extLst>
          </p:cNvPr>
          <p:cNvSpPr txBox="1"/>
          <p:nvPr/>
        </p:nvSpPr>
        <p:spPr>
          <a:xfrm>
            <a:off x="4663868" y="3429000"/>
            <a:ext cx="60974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9051CA-4333-D188-2768-E9E90A6CF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47320" y="6193981"/>
            <a:ext cx="344680" cy="365125"/>
          </a:xfrm>
        </p:spPr>
        <p:txBody>
          <a:bodyPr/>
          <a:lstStyle/>
          <a:p>
            <a:pPr>
              <a:defRPr/>
            </a:pPr>
            <a:fld id="{102715D1-A74F-4481-8AFF-0CF19F1A4227}" type="slidenum">
              <a:rPr lang="en-IN" sz="1800" smtClean="0"/>
              <a:pPr>
                <a:defRPr/>
              </a:pPr>
              <a:t>9</a:t>
            </a:fld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750387166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5_PPT forma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PPT forma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356ab53-e6a3-4b3e-ae06-a65cdaf3b31e}" enabled="0" method="" siteId="{9356ab53-e6a3-4b3e-ae06-a65cdaf3b31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CS-5</Template>
  <TotalTime>133</TotalTime>
  <Words>431</Words>
  <Application>Microsoft Office PowerPoint</Application>
  <PresentationFormat>Widescreen</PresentationFormat>
  <Paragraphs>94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Arial</vt:lpstr>
      <vt:lpstr>Calibri</vt:lpstr>
      <vt:lpstr>Times New Roman</vt:lpstr>
      <vt:lpstr>4_Office Theme</vt:lpstr>
      <vt:lpstr>5_PPT format</vt:lpstr>
      <vt:lpstr>1_Office Theme</vt:lpstr>
      <vt:lpstr>2_PPT format</vt:lpstr>
      <vt:lpstr>Predictive Modeling and Data Quality Assurance for EDI Order Processing in Retail Supply Chain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Maximum and Minimum for a Function</dc:title>
  <dc:creator>Dr N L Bhikshu</dc:creator>
  <cp:lastModifiedBy>Tiwari, Ajitabh</cp:lastModifiedBy>
  <cp:revision>20</cp:revision>
  <dcterms:created xsi:type="dcterms:W3CDTF">2021-02-06T16:41:51Z</dcterms:created>
  <dcterms:modified xsi:type="dcterms:W3CDTF">2026-01-02T06:49:15Z</dcterms:modified>
</cp:coreProperties>
</file>